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objective. Emphasise: "if you know the why, the rest of the spec reads like a logical consequence — not arbitrary choices."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"24 adapters" framing makes the waste visceral. Each team is solving the same problem independently — a textbook ecosystem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math is the punchline. 24 → 10 is compelling but only works if both sides implement the standard correctly. That's why the spec is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the failure is subtle — it doesn't crash, it silently degrades. The model gets garbage and the user sees a poor answer, not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"no public network address" insight is the killer. stdio transport makes local-tool MCP servers trivial to run and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Typed error responses are the MCP design choice that solves the "model made a bad call" problem. OpenAPI gives no recovery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LSP analogy is the most important teaching moment in the chapter. Once students see it, the MCP design decisions stop feeling arbitrary.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unidirectional constraint — it's both the security model and the key architectural invariant. A server that tries to call back is breaking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callback URL attack pattern is the most common MCP security mistake candidates make. Worth spending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deliberate-narrowness framing is the contrarian take. Most posts omit this. The key insight: if MCP tried to solve all five, two implementations would never be compatible.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points: (1) stdout is the transport — never use print() for other output; (2) no auth, no rate limiting here — those are host/gateway concerns; (3) the capabilities object in initialize controls what the client will attempt to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learning objectives explicitly. Ask: can students now explain why the wire format is JSON-RPC and not REST?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Exists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Problem It Actually Solves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35 min  ·  Builder level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 AI Academy  ·  MCP from First Principles to Production  ·  Chapter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 After This Chapter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N×M integration problem that motivated MCP's creation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MCP to three rejected alternatives and name each one's specific failure mode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Language Server Protocol (LSP) lineage shaped MCP's design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MCP deliberately does NOT solve — and why that narrowness is the design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N×M Integration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team was solving the same problem in isolation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MCP: Every Team Wired Every Tool from Scratch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4 LLM apps × 6 tools = 24 custom adapters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adapter required: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the third-party API's response schema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 handling (OAuth, API keys, session refresh)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pagination, retry, and error logic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reuse across teams — two teams using GitHub = two separate connectors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fragmented ecosystem, incompatible implementations, duplicated bugs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Fix: Insert a Standard Protocol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N × M connections…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apps × M tools = N×M integrations (each bespoke)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gives you N + M relationships to a common interface:</a:t>
            </a:r>
            <a:endParaRPr lang="en-US" sz="1800" dirty="0"/>
          </a:p>
          <a:p>
            <a:pPr lvl="1"/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clients (one per app)  +  6 MCP servers (one per tool)  =  10 pieces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delivers exactly this: one wire protocol both sides implement once</a:t>
            </a:r>
            <a:endParaRPr lang="en-US" sz="1800" dirty="0"/>
          </a:p>
          <a:p>
            <a:endParaRPr lang="en-US" sz="1800" dirty="0"/>
          </a:p>
          <a:p>
            <a:r>
              <a:rPr lang="en-US" sz="1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Precedents: LLVM IR (compilers), DirectShow (video codecs), LSP (editors)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Alternatives That Didn't Survive Reality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tried before MCP — and why each failed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1: Custom REST Adapters (the pre-MCP status quo)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app team writes its own connector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third-party REST APIs directly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response JSON to suit the model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auth, retry, pagination per adapter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Failure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assume long-lived, human-operated clients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 calls are ephemeral, concurrent, programmatic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during a task = silent degradation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reuse: two teams using GitHub = two connectors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surface as bad model output, not clear errors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2: WebSocket Hub (enterprise AI middleware, 2023–24)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all LLM apps connect to via WebSocket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speaks to each third-party service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unified API surface to all models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per-team integration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Failure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connections are stateful → multiplexing complexity at scale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= single point of failure for every downstream app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 (filesystem, local DB) have no natural network address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sidesteps this: server is a child process, no socket needed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reachability requirement is a security surface for local tools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3: OpenAPI Spec Passthrough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description format, not the transport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 OpenAPI 3.1 spec per service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the spec and generates API calls directly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with by some LLM providers in 2023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539496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Failure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describes structure, not model-call semantics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streaming partial results for long-running tool calls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capability negotiation — no versioning awareness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calls → raw HTTP 422/500, hard to recover from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MCP's typed errors (code + message + data) let the model retry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mediation layer — direct API exposure, no safety net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LSP Lineage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borrowed a design that already worked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Server Protocol (2016): MCP's Direct Intellectual Ancestor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solved the identical N×M problem for editors in 2016: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editors × N languages = M×N implementations before LSP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pylsp today works in VS Code, Neovim, Emacs, and Helix from one server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borrows three specific LSP design choices: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JSON-RPC 2.0 over stdio  →  same wire format, same rationale (zero deps, trivial IPC)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initialize/initialized handshake  →  capability negotiation before any work begins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Stateful session per connected client  →  context survives across calls within a session</a:t>
            </a:r>
            <a:endParaRPr lang="en-US" sz="1800" dirty="0"/>
          </a:p>
          <a:p>
            <a:endParaRPr lang="en-US" sz="1800" dirty="0"/>
          </a:p>
          <a:p>
            <a:r>
              <a:rPr lang="en-US" sz="1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spec and the original Anthropic announcement cite LSP explicitly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/ Client / Server Triad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most tutorials gloss over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Roles — Not Two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 — the LLM application (Claude.ai, Cursor, your custom agent)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inference loop, starts/stops MCP servers, holds user sessions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— a component inside the host managing one server connection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JSON-RPC framing, capability negotiation, request multiplexing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server; not user-facing — it's plumbing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— narrow-domain service (GitHub server, Postgres server, etc.)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Tools, Resources, and/or Prompts for one domain only</a:t>
            </a:r>
            <a:endParaRPr lang="en-US" sz="1800" dirty="0"/>
          </a:p>
          <a:p>
            <a:pPr lvl="1"/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calls the host, never calls other servers  →  unidirectional by design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Unidirectional Constraint Is the Security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Client → Server → Client → Host → Model context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prevents: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server can return garbage — but cannot trigger actions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initiate calls against the host or peer servers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escalate privileges by chaining tool calls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in code review: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embeds a callback URL in a tool result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follows it and triggers another MCP call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bypasses the access controls and audit trail entirely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Deliberately Does NOT Solve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Narrowness is the design — not a gap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Deferred to Higher Layers (by Design)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Agent orchestration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control, no tool-call sequencing — the host's inference loop owns this</a:t>
            </a:r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Multi-agent coordination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via a separate channel (queue, DB, orchestrator) — not MCP itself</a:t>
            </a:r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Session memory / persistence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 exits → state gone. Persistence is the host application's responsibility</a:t>
            </a:r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Model routing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model, at what temperature — below MCP's layer entirely</a:t>
            </a:r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Rate limiting and RBAC at the server level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layer (Chapter 5) adds per-user limits, audit trails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MCP Server: ~38 Lines, No SDK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33856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handle(msg):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method, id_ = msg.get("method"), msg.get("id")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method == "initialize":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send({"jsonrpc":"2.0","id":id_,"result":{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"protocolVersion":"2024-11-05",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"capabilities":{"tools":{}},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"serverInfo":{"name":"hello-mcp","version":"0.1.0"}}})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method == "tools/list":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send({"jsonrpc":"2.0","id":id_,"result":{"tools":[{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"name":"echo",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"description":"Returns the input string unchanged.",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"inputSchema":{"type":"object",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"properties":{"message":{"type":"string"}},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"required":["message"]}}]}})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method == "tools/call":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 = msg.get("params",{}).get("arguments",{})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send({"jsonrpc":"2.0","id":id_,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"result":{"content":[{"type":"text","text":args.get("message","")}]}})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sys.stdin:          # ← the entire transport is this loop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handle(json.loads(line))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Chapter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solves N×M: instead of N×M adapters, get N clients + M servers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alternatives were rejected for specific, concrete reasons: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adapters fail silently under LLM tool-call patterns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hubs are stateful single points of failure with local-tool reachability issues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passthrough lacks semantics, streaming, and typed error recovery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lineage explains the design: JSON-RPC over stdio, capability handshake, stateful session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Narrowness is intentional: MCP defers orchestration, memory, routing, and RBAC by design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Try It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058400" cy="804672"/>
          </a:xfrm>
          <a:prstGeom prst="rect">
            <a:avLst/>
          </a:prstGeom>
          <a:solidFill>
            <a:srgbClr val="0F2942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the 38-line hello-mcp.py and drive it manually with the bash one-liner from the chapter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0058400" cy="804672"/>
          </a:xfrm>
          <a:prstGeom prst="rect">
            <a:avLst/>
          </a:prstGeom>
          <a:solidFill>
            <a:srgbClr val="0F2942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8892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 three integrations you own onto the MCP model (Tool / Resource / Prompt)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10058400" cy="804672"/>
          </a:xfrm>
          <a:prstGeom prst="rect">
            <a:avLst/>
          </a:prstGeom>
          <a:solidFill>
            <a:srgbClr val="0F2942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4904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 Chapter 2: JSON-RPC over stdio — dissect the wire format frame by frame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617720"/>
            <a:ext cx="10058400" cy="804672"/>
          </a:xfrm>
          <a:prstGeom prst="rect">
            <a:avLst/>
          </a:prstGeom>
          <a:solidFill>
            <a:srgbClr val="0F2942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0916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Explore the MCP spec at spec.modelcontextprotocol.io — start with §3 Architecture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0" y="64922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academy.kspl.tech  ·  MCP from First Principles to Production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2026-04-30T16:47:23Z</dcterms:created>
  <dcterms:modified xsi:type="dcterms:W3CDTF">2026-04-30T16:47:23Z</dcterms:modified>
</cp:coreProperties>
</file>